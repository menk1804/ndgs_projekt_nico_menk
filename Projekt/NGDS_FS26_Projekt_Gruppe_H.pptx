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28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Analyse von Wetterdaten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SMM – Sta. Maria, Val Müstair (1386 m ü. M.)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Melchior von Weissenfluh  &amp;  Nico Schellhaas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NGDS Projekt FS26 – Gruppe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26.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Daten &amp; Interpolation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2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28600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  Melchior von Weissenfluh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Datensatz: ~7'400 stündliche Messwerte über ein Jahr (15% fehlend)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Messgrössen: Temperatur, Luftdruck, Niederschlag, Sonnenstunden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540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540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Ziel: Interpolation auf viertelstündliches Raster (~35'000 Punkte)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210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2102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Temperatur &amp; Luftdruck → kubischer Spline (glatter, physikalisch plausibler Verlauf)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879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Niederschlag &amp; Sonnenstunden → lineare Interpolation (verhindert negative Werte)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54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54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Zeitfenster Tag 5–9: Regen und Sonne gleichzeitig → interessante Vergleichsgrundlage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NGDS Projekt FS26 – Gruppe H  |  SMM – Sta. Maria, Val Müstair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Nullstellen der Temperatur (Aufgabe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3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28600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  Nico Schellhaas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Frage: Wann überschreitet / unterschreitet die Temperatur den Gefrierpunkt (0°C)?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Methode: Vorzeichenwechsel grob suchen → Newton-Verfahren für genaue Nullstellen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540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540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Ergebnis: 13 Nullstellen zwischen Tag 1 und Tag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210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2102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Interpretation: Sehr unbeständiges Wetter in den ersten Januartagen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879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Die Temperatur schwankte ständig um den Gefrierpunkt – häufiger Frost-Tau-Wechsel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NGDS Projekt FS26 – Gruppe H  |  SMM – Sta. Maria, Val Müstair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Grösste Schwankungen (Aufgabe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4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28600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  Nico Schellhaas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Frage: Wann stieg / fiel die Temperatur am schnellsten?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Methode: Analytische Ableitung dT/dt des kubischen Splines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540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540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dT/dt = Änderungsrate der Temperatur in °C pro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210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2102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Woche Tag 40–47 als schwankungsreichste Periode identifiziert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879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Stärkster Anstieg: Tag 46.81  |  Stärkster Abfall: Tag 46.66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54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54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Beide Extremwerte innerhalb weniger Stunden → markantes Wetterereignis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NGDS Projekt FS26 – Gruppe H  |  SMM – Sta. Maria, Val Müstair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Mittelwerte (Aufgabe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5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28600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  Melchior von Weissenfluh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Berechnung via numerische Integration der Interpolationsfunktion (nicht Durchschnitt)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Jahresmittelwert Temperatur SMM: 7.68°C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540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540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Zum Vergleich: Schweizer Mittelland ca. 9–10°C → Höhenlage (1386m) spürbar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210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2102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Monatsmittelwerte zeigen klaren Jahresgang: Winter unter 0°C, Sommer Maximum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879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Darstellung: Treppenkurve der Monatsmittel über dem Temperaturverlauf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NGDS Projekt FS26 – Gruppe H  |  SMM – Sta. Maria, Val Müstair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Glättung – Gleitendes Mittel (Aufgabe 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6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28600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  Melchior von Weissenfluh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Methode: Diskrete Faltung mit symmetrischer Rechteckfunktion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Fensterbreiten: 7 Tage (blau), 14 Tage (grün), 28 Tage (rot)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540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540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Grössere Fensterbreite → stärkere Glättung, saisonaler Trend sichtbarer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210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2102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Randeffekte behoben: np.pad mit mode='edge' statt Zero-Padding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879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Zero-Padding würde die Kurve an den Rändern künstlich gegen 0°C ziehen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NGDS Projekt FS26 – Gruppe H  |  SMM – Sta. Maria, Val Müstair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Zusammenfassung &amp; Schlussfolgerungen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</a:rPr>
              <a:t>7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28600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  Nico Schellhaas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Jahresmittelwert: 7.68°C – tiefere Temperaturen dank Höhenlage (1386m)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Januar: 13 Temperaturnulldurchgänge – sehr unbeständiges Winterwetter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540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540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Anfang Februar: markantestes Wetterereignis mit stärkstem Temperaturanstieg/-abfall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2102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2102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Glättung zeigt klaren Jahresgang – ohne kurzfristige Schwankungen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879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Numerische Methoden (Spline, Newton, Integration, Faltung) erfolgreich angewendet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54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5B6"/>
                </a:solidFill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54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</a:rPr>
              <a:t>Vielen Dank – wir beantworten gerne Fragen!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NGDS Projekt FS26 – Gruppe H  |  SMM – Sta. Maria, Val Müstair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